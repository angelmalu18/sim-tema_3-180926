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1" Type="http://schemas.openxmlformats.org/officeDocument/2006/relationships/tableStyles" Target="tableStyles.xml"/><Relationship Id="rId70" Type="http://schemas.openxmlformats.org/officeDocument/2006/relationships/viewProps" Target="viewProps.xml"/><Relationship Id="rId7" Type="http://schemas.openxmlformats.org/officeDocument/2006/relationships/slide" Target="slides/slide4.xml"/><Relationship Id="rId69" Type="http://schemas.openxmlformats.org/officeDocument/2006/relationships/presProps" Target="presProps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7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</p:spPr>
        <p:txBody>
          <a:bodyPr/>
          <a:p>
            <a:endParaRPr lang="es-MX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TECNOLÓGICO NACIONAL DE MÉXICO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86535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altLang="en-US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3.3 :</a:t>
            </a:r>
            <a:r>
              <a:rPr lang="en-US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DE SIMULACIÓN</a:t>
            </a:r>
            <a:endParaRPr lang="en-US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98145" y="1783715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 GENERACIÓN DE VARIABLES ALEATORIAS</a:t>
            </a:r>
            <a:endParaRPr lang="en-US"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228600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805AD5"/>
          </a:solidFill>
        </p:spPr>
      </p:sp>
      <p:sp>
        <p:nvSpPr>
          <p:cNvPr id="10" name="Text 8"/>
          <p:cNvSpPr/>
          <p:nvPr/>
        </p:nvSpPr>
        <p:spPr>
          <a:xfrm>
            <a:off x="1371600" y="237744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Cafetería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0" y="228600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38A169"/>
          </a:solidFill>
        </p:spPr>
      </p:sp>
      <p:sp>
        <p:nvSpPr>
          <p:cNvPr id="12" name="Text 10"/>
          <p:cNvSpPr/>
          <p:nvPr/>
        </p:nvSpPr>
        <p:spPr>
          <a:xfrm>
            <a:off x="3657600" y="237744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Museo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0" y="228600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DD6B20"/>
          </a:solidFill>
        </p:spPr>
      </p:sp>
      <p:sp>
        <p:nvSpPr>
          <p:cNvPr id="14" name="Text 12"/>
          <p:cNvSpPr/>
          <p:nvPr/>
        </p:nvSpPr>
        <p:spPr>
          <a:xfrm>
            <a:off x="5943600" y="237744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Tráfico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0632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PRESENTA</a:t>
            </a:r>
            <a:endParaRPr lang="en-US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329184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 |  Matrícula: 241260049  |  Semestre: Quinto</a:t>
            </a:r>
            <a:endParaRPr lang="en-US" sz="1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361061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DOCENTE: Ing. Francisco Javier Mingo Velázquez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 de septiembre de 2026  ·  Venustiano Carranza, Chiapas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Asignatura: Simulación  |  Clave: SCD-1022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pic>
        <p:nvPicPr>
          <p:cNvPr id="24" name="Imagen 23" descr="Logotipo&#10;&#10;Descripción generada automáticamente"/>
          <p:cNvPicPr>
            <a:picLocks noChangeAspect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6781800" y="36830"/>
            <a:ext cx="2301875" cy="10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CuadroTexto 13"/>
          <p:cNvSpPr txBox="1"/>
          <p:nvPr/>
        </p:nvSpPr>
        <p:spPr>
          <a:xfrm>
            <a:off x="765175" y="188595"/>
            <a:ext cx="7124700" cy="78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MX" sz="20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TECNOLÓGICO NACIONAL DE MÉXICO</a:t>
            </a:r>
            <a:endParaRPr lang="es-MX" sz="16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MX" sz="16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UNIDAD ACADÉMICA VENUSTIANO CARRANZA</a:t>
            </a:r>
            <a:endParaRPr lang="es-MX" sz="1600" b="1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2" cstate="print"/>
          <a:srcRect/>
          <a:stretch>
            <a:fillRect/>
          </a:stretch>
        </p:blipFill>
        <p:spPr bwMode="auto">
          <a:xfrm>
            <a:off x="277495" y="160020"/>
            <a:ext cx="1516380" cy="108966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CuadroTexto 15"/>
          <p:cNvSpPr txBox="1"/>
          <p:nvPr/>
        </p:nvSpPr>
        <p:spPr>
          <a:xfrm>
            <a:off x="1793774" y="1143308"/>
            <a:ext cx="6096000" cy="321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1400" b="1" kern="0" dirty="0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s-MX" sz="140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INGENIERÍA EN SISTEMAS COMPUTACIONALES</a:t>
            </a:r>
            <a:r>
              <a:rPr lang="en-US" sz="1400" b="1" kern="0" dirty="0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”</a:t>
            </a:r>
            <a:endParaRPr lang="en-US" sz="1400" b="1" kern="0" dirty="0"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Objetivo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Aplicar los métodos de generación de variables aleatorias del Tema 3 (transformada inversa, convolución, composición, procedimientos especiales y pruebas estadísticas) en los lenguajes R, Java y Python, mediante tres simulaciones de la vida real: cafetería, museo de ciencias y tráfico en una intersección.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920240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Verificar el correcto funcionamiento de cada programa a través de la ejecución repetida, documentando los resultados obtenidos en distintas corridas para observar el comportamiento de las variables generadas y de las pruebas estadísticas.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Introducción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 actividad tiene como finalidad aplicar los conocimientos del Tema 3 —Generación de variables aleatorias— mediante la construcción y ejecución de tres simulaciones en R, Java y Python.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645920"/>
            <a:ext cx="84124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través del desarrollo, ejecución y documentación de las simulaciones de cafetería, museo y tráfico, se busca reforzar el uso de la transformada inversa, la convolución, la composición, los procedimientos especiales (Box-Muller) y las pruebas estadísticas (Chi-cuadrada), comparando el comportamiento de cada lenguaje y verificando su correcto funcionamiento mediante múltiples ejecuciones. La organización del banco es por ejemplo: en cada simulación se presentan los tres lenguajes y, para cada lenguaje, cinco ejecuciones en diapositivas independientes.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Justificación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 desarrollo de simulaciones basadas en variables aleatorias permite comprender cómo se transforman números R~U(0,1) en distribuciones útiles para modelar sistemas reales (llegadas, tipos de entidad, tiempos de servicio).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841248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Trabajar el mismo ejemplo en R, Java y Python fortalece la comprensión de las diferencias y semejanzas entre lenguajes al generar y utilizar variables aleatorias, habilidad fundamental para la modelación y el análisis de sistemas mediante simulación, tal como lo establece la Instrumentación Didáctica de la asignatura (SCD-1022).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05AD5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SIMULACIÓN DE CAFETERÍA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365760" y="685800"/>
            <a:ext cx="1828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3 completo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 la llegada y atención de clientes en una cafetería. Genera el tipo de cliente (Regular/VIP), los tiempos entre llegadas (Exponencial por transformada inversa), el tiempo de atención (composición y convolución Erlang) y un factor de ánimo (Box-Muller), validando al final con la prueba Chi-cuadrada.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063240"/>
            <a:ext cx="8412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SimulacionCafeteria.py  ·  SimulacionCafeteria.java  ·  SimulacionCafeteria.R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continuación: Python, Java y R — cada uno con 5 ejecuciones (una diapositiva por ejecución).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PYTHON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SimulacionCafeteria.py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módulo random / random.random()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PYTHON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968375"/>
            <a:ext cx="7762875" cy="36048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PYTHON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680" y="956945"/>
            <a:ext cx="8081010" cy="3757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PYTHON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735" y="815340"/>
            <a:ext cx="8247380" cy="39389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PYTHON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820" y="763270"/>
            <a:ext cx="8449945" cy="39592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PYTHON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580" y="873125"/>
            <a:ext cx="8455660" cy="38442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JAVA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SimulacionCafeteria.java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clase Random / nextDouble()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JAVA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095" y="960120"/>
            <a:ext cx="8131810" cy="38106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JAVA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415" y="952500"/>
            <a:ext cx="8104505" cy="36810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JAVA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335" y="880745"/>
            <a:ext cx="8613775" cy="387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JAVA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455" y="904240"/>
            <a:ext cx="8186420" cy="36912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JAVA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" y="951865"/>
            <a:ext cx="8277225" cy="363791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SimulacionCafeteria.R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runif() / set.seed()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R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125" y="936625"/>
            <a:ext cx="8413115" cy="37160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R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745" y="952500"/>
            <a:ext cx="8405495" cy="382714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R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075" y="908050"/>
            <a:ext cx="8305165" cy="384619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R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255" y="935990"/>
            <a:ext cx="8203565" cy="383476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Simulación de cafetería — R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125" y="912495"/>
            <a:ext cx="8413750" cy="37814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8A169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SIMULACIÓN DE MUSEO DE CIENCIAS</a:t>
            </a:r>
            <a:endParaRPr lang="en-US" sz="2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365760" y="685800"/>
            <a:ext cx="1828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3 completo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 el recorrido de visitantes por cuatro salas (Dinos, Espacio, Robots, Energía). Genera el tipo de visitante (Escolar/Individual/Turista), el tiempo de visita según el número de salas (Erlang por convolución y composición) y valida las inter-llegadas con Chi-cuadrada.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063240"/>
            <a:ext cx="8412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SimulacionMuseo.py  ·  SimulacionMuseo.java  ·  SimulacionMuseo.R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continuación: Python, Java y R — cada uno con 5 ejecuciones (una diapositiva por ejecución).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PYTHON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SimulacionMuseo.py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módulo random / random.random()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PYTHON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59485"/>
            <a:ext cx="8412480" cy="378841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PYTHON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075" y="960120"/>
            <a:ext cx="8156575" cy="378396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PYTHON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" y="909955"/>
            <a:ext cx="8179435" cy="38455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PYTHON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8420100" cy="37998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PYTHON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355" y="894080"/>
            <a:ext cx="8334375" cy="386016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JAVA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SimulacionMuseo.java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clase Random / nextDouble()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JAVA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940" y="960120"/>
            <a:ext cx="8070850" cy="379412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JAVA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70" y="911860"/>
            <a:ext cx="8268335" cy="38506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JAVA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840" y="910590"/>
            <a:ext cx="8281035" cy="383476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JAVA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" y="906145"/>
            <a:ext cx="8087995" cy="38481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JAVA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270" y="895350"/>
            <a:ext cx="8361680" cy="389001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SimulacionMuseo.R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runif() / set.seed()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R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950" y="925830"/>
            <a:ext cx="8146415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R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505" y="952500"/>
            <a:ext cx="8205470" cy="380174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R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645" y="960120"/>
            <a:ext cx="8190230" cy="377571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R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59485"/>
            <a:ext cx="8034655" cy="378904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Simulación de museo de ciencias — R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395" y="960120"/>
            <a:ext cx="8446770" cy="367411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6B20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SIMULACIÓN DE TRÁFICO EN INTERSECCIÓN</a:t>
            </a:r>
            <a:endParaRPr lang="en-US" sz="2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365760" y="685800"/>
            <a:ext cx="1828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3 completo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 vehículos cruzando un semáforo. Genera el tipo de vehículo (auto/camión/moto), el tiempo de cruce (Exponencial o Erlang según el tipo mediante composición) y documenta proporciones observadas frente a las teóricas, con validación Chi-cuadrada.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063240"/>
            <a:ext cx="8412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SimulacionTrafico.py  ·  SimulacionTrafico.java  ·  SimulacionTrafico.R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continuación: Python, Java y R — cada uno con 5 ejecuciones (una diapositiva por ejecución).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PYTHON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SimulacionTrafico.py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módulo random / random.random()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PYTHON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860" y="819785"/>
            <a:ext cx="8592820" cy="392049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PYTHON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9255" y="512445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255" y="832485"/>
            <a:ext cx="8378825" cy="39185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PYTHON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" y="777240"/>
            <a:ext cx="8289925" cy="395859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PYTHON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960" y="777240"/>
            <a:ext cx="8120380" cy="390271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PYTHON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77240"/>
            <a:ext cx="8411845" cy="39566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JAVA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SimulacionTrafico.java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clase Random / nextDouble()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JAVA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700" y="777240"/>
            <a:ext cx="8384540" cy="396367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JAVA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395" y="777240"/>
            <a:ext cx="8412480" cy="40011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JAVA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975" y="768985"/>
            <a:ext cx="8366760" cy="398653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JAVA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930" y="777240"/>
            <a:ext cx="8368665" cy="399034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JAVA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985" y="777240"/>
            <a:ext cx="8390255" cy="392620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SimulacionTrafico.R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de referencia: runif() / set.seed()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 del programa. Cada ejecución ocupa una diapositiva para insertar la captura de pantalla correspondiente.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R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540" y="777240"/>
            <a:ext cx="8394700" cy="395922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R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8473440" cy="396684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R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265" y="731520"/>
            <a:ext cx="8329295" cy="404685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R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460" y="777240"/>
            <a:ext cx="8399780" cy="39751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Simulación de tráfico en intersección — R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4572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77240"/>
            <a:ext cx="8445500" cy="396557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Durante el desarrollo de esta actividad se aplicaron los conceptos de generación de variables aleatorias del Tema 3 mediante la construcción de tres simulaciones (cafetería, museo y tráfico) en los lenguajes R, Java y Python. Cada programa permitió comprobar, a través de 5 ejecuciones distintas por lenguaje, que los resultados varían en cada corrida cuando la semilla no se fija de forma explícita, y se mantienen reproducibles cuando sí se fija, evidenciando el comportamiento propio de un generador pseudoaleatorio y de las transformaciones del Tema 3.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2194560"/>
            <a:ext cx="8412480" cy="1554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identificaron similitudes entre los tres lenguajes, como el uso de R~U(0,1) como punto de partida y la aplicación de las mismas fórmulas (transformada inversa, convolución, composición y Box-Muller), y diferencias en la sintaxis: runif() y set.seed() en R, la clase Random en Java, y el módulo random en Python. Esto permitió reforzar el manejo práctico de simulaciones con variables aleatorias y la verificación de su correcto funcionamiento en distintos entornos de programación, habilidad fundamental para el modelado y análisis de sistemas mediante simulación.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3 · Generación de variables aleatorias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16955</Words>
  <Application>WPS Presentation</Application>
  <PresentationFormat>On-screen Show (16:9)</PresentationFormat>
  <Paragraphs>838</Paragraphs>
  <Slides>65</Slides>
  <Notes>65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65</vt:i4>
      </vt:variant>
    </vt:vector>
  </HeadingPairs>
  <TitlesOfParts>
    <vt:vector size="75" baseType="lpstr">
      <vt:lpstr>Arial</vt:lpstr>
      <vt:lpstr>SimSun</vt:lpstr>
      <vt:lpstr>Wingdings</vt:lpstr>
      <vt:lpstr>Calibri</vt:lpstr>
      <vt:lpstr>Calibri</vt:lpstr>
      <vt:lpstr>Calibri</vt:lpstr>
      <vt:lpstr>Microsoft YaHei</vt:lpstr>
      <vt:lpstr>Arial Unicode MS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Banco de Ejercicios Tema 3 - Por ejemplo</dc:title>
  <dc:creator>Jose Angel Gomez Rincon</dc:creator>
  <dc:subject>PptxGenJS Presentation</dc:subject>
  <cp:lastModifiedBy>EVIL RABYT</cp:lastModifiedBy>
  <cp:revision>3</cp:revision>
  <dcterms:created xsi:type="dcterms:W3CDTF">2026-09-19T03:06:00Z</dcterms:created>
  <dcterms:modified xsi:type="dcterms:W3CDTF">2026-09-19T02:31:27Z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2058-12.1.0.28485</vt:lpwstr>
  </property>
  <property fmtid="{D5CDD505-2E9C-101B-9397-08002B2CF9AE}" pid="3" name="ICV">
    <vt:lpwstr>2E8039AEA45142A2A95538A8B7E9C124_13</vt:lpwstr>
  </property>
</Properties>
</file>